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HILLBILLY DREAMS INC.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NATCHEZ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D491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Next-Gen Tourism Playbook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700,000 Visitors into Local Economic Velocity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1828800" cy="2560320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1371600"/>
            <a:ext cx="18288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645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Hillbilly Dreams Inc.  ·  Natchez, Mississippi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Volume to Value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visitors to Natchez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$187.6M tourism revenue (2023)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840480" cy="9144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7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visitors see the "Greatest Hits" but miss the Main Street heartbeat.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3840480" cy="9144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Local Velocity — tourist dollars moving through small restaurants, shops, and makers.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41F1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Visit Natchez, Adams County tourism data (2023)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Engines, One Partner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14600" cy="27432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514600" cy="54864"/>
          </a:xfrm>
          <a:prstGeom prst="rect">
            <a:avLst/>
          </a:prstGeom>
          <a:solidFill>
            <a:srgbClr val="C471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7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ANCHOR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Muddy Inn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063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"front porch" for the city’s culture. The place where visitors become regulars.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0440" y="1645920"/>
            <a:ext cx="2514600" cy="27432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645920"/>
            <a:ext cx="2514600" cy="54864"/>
          </a:xfrm>
          <a:prstGeom prst="rect">
            <a:avLst/>
          </a:prstGeom>
          <a:solidFill>
            <a:srgbClr val="D4A84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7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MEDIA ECOSYSTEM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74904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Magazine &amp; Radio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49040" y="3063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High-fidelity, evergreen content that tourists actually want to consume. Year-round brand awareness.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514600" cy="27432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645920"/>
            <a:ext cx="2514600" cy="54864"/>
          </a:xfrm>
          <a:prstGeom prst="rect">
            <a:avLst/>
          </a:prstGeom>
          <a:solidFill>
            <a:srgbClr val="D4915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20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7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DIRECTORY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53796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South Directory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37960" y="30632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tourists to Main Street businesses — and makes sure they show up in AI search, not just Google.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Media Ecosystem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one-off ads, we provide a continuous content stream: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Muddy Magazine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Sponsored City Guide for Natchez — not a brochure, but coffee-table quality editorial.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Muddy Radio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advertising and live sessions recorded in Natchez, streaming globally for year-round awareness.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148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592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fill the void. Editorial photography, video, and written content across every channel — building the presence that makes Natchez visible.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Digitizing Main Street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657600" cy="54864"/>
          </a:xfrm>
          <a:prstGeom prst="rect">
            <a:avLst/>
          </a:prstGeom>
          <a:solidFill>
            <a:srgbClr val="C471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South Directory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platform that manages reviews, social media, and search presence for Natchez restaurants and shops.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45920"/>
            <a:ext cx="3657600" cy="54864"/>
          </a:xfrm>
          <a:prstGeom prst="rect">
            <a:avLst/>
          </a:prstGeom>
          <a:solidFill>
            <a:srgbClr val="D4A8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Search Optimization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asks ChatGPT, Google AI, or Perplexity "where should I eat in Natchez," your businesses show up. This is the new SEO.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241F1A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114800"/>
            <a:ext cx="54864" cy="731520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17" name="Text 13"/>
          <p:cNvSpPr/>
          <p:nvPr/>
        </p:nvSpPr>
        <p:spPr>
          <a:xfrm>
            <a:off x="1051560" y="4160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Advantage: Directory businesses get featured in the Magazine, mentioned on Radio, and included in social campaigns. No other platform offers editorial coverage + AI tools in one package.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1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Negative-CAC: We Generate Our Own Audience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show, podcast, or magazine feature is a marketing event for Natchez that costs the Tourism Office $0 to produce.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463040" cy="164592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86000"/>
            <a:ext cx="146304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713B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2286000"/>
            <a:ext cx="1463040" cy="164592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2286000"/>
            <a:ext cx="146304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Episode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713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2286000"/>
            <a:ext cx="1463040" cy="164592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2286000"/>
            <a:ext cx="146304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2062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 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713B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2286000"/>
            <a:ext cx="1463040" cy="164592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06440" y="2286000"/>
            <a:ext cx="146304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89788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713B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286000"/>
            <a:ext cx="1463040" cy="164592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0" y="2286000"/>
            <a:ext cx="146304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5895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Touches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1F1A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297680"/>
            <a:ext cx="54864" cy="548640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343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don’t just spend your budget with us. We generate an audience you keep.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Partnership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08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Content Production — professional photography and video for city use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65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 — permanent Anchor status in Big Muddy Magazine and Radio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23774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Accounts — for local SMBs to boost the city’s digital and AI search presence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4400" y="28346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Enrichment — onboard qualifying businesses into free AI business tools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14400" y="32918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City Guide — "The Natchez Compass," coffee-table quality, print + digital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14400" y="37490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3794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— editorial photography, video, and written content filling the void across every channel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914400" y="4206240"/>
            <a:ext cx="7315200" cy="0"/>
          </a:xfrm>
          <a:prstGeom prst="line">
            <a:avLst/>
          </a:prstGeom>
          <a:noFill/>
          <a:ln w="6350">
            <a:solidFill>
              <a:srgbClr val="2C2520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7160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SEO Equity — every piece of content builds search visibility, AI visibility, and social presence simultaneously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241F1A"/>
          </a:solidFill>
          <a:ln/>
        </p:spPr>
      </p:sp>
      <p:sp>
        <p:nvSpPr>
          <p:cNvPr id="26" name="Text 1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and investment determined together. Let’s talk about what Natchez needs.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C8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This Together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18288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3657600" cy="54864"/>
          </a:xfrm>
          <a:prstGeom prst="rect">
            <a:avLst/>
          </a:prstGeom>
          <a:solidFill>
            <a:srgbClr val="C471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7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to live. City Guide, business listings, and Radio content stream all running within the first quarter.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657600" cy="182880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011680"/>
            <a:ext cx="3657600" cy="54864"/>
          </a:xfrm>
          <a:prstGeom prst="rect">
            <a:avLst/>
          </a:prstGeom>
          <a:solidFill>
            <a:srgbClr val="D4A8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8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PROOF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report showing content reach, directory traffic, and AI search visibility within the first quarter.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41F1A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4434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Chase Pierson  ·  Hillbilly Dreams Inc.  ·  Natchez, Mississippi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9728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7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hillbillydreamsinc.com  ·  chase@hillbillydreamsinc.com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Natchez: The Next-Gen Tourism Playbook</dc:title>
  <dc:subject>PptxGenJS Presentation</dc:subject>
  <dc:creator>Hillbilly Dreams Inc.</dc:creator>
  <cp:lastModifiedBy>Hillbilly Dreams Inc.</cp:lastModifiedBy>
  <cp:revision>1</cp:revision>
  <dcterms:created xsi:type="dcterms:W3CDTF">2026-03-28T02:35:41Z</dcterms:created>
  <dcterms:modified xsi:type="dcterms:W3CDTF">2026-03-28T02:35:41Z</dcterms:modified>
</cp:coreProperties>
</file>