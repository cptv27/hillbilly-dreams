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HILLBILLY DREAMS INC.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NATCHEZ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D491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Next-Gen Tourism Playbook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3383280"/>
            <a:ext cx="2286000" cy="36576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657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700,000 Visitors into Local Economic Velocity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Hillbilly Dreams Inc.  ·  Natchez, Mississippi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Volume to Value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291840" cy="201168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700,000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visitors to Natchez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$187.6M tourism revenue (2023)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840480" cy="9144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7373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visitors see the "Greatest Hits" but miss the Main Street heartbeat.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0" y="2743200"/>
            <a:ext cx="3840480" cy="9144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5488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Local Velocity — tourist dollars moving through small restaurants, shops, and makers.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Visit Natchez, Adams County tourism data (2023)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Engines, One Partner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2514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9202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ANCHOR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Inn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"front porch" for the city’s culture. The place where visitors become regulars.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52044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0440" y="1645920"/>
            <a:ext cx="2514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9202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MEDIA ECOSYSTEM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74904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Magazine &amp; Radio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74904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High-fidelity, evergreen content that tourists actually want to consume. Year-round brand awareness.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309360" y="1645920"/>
            <a:ext cx="2514600" cy="27432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09360" y="1645920"/>
            <a:ext cx="2514600" cy="54864"/>
          </a:xfrm>
          <a:prstGeom prst="rect">
            <a:avLst/>
          </a:prstGeom>
          <a:solidFill>
            <a:srgbClr val="D4915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92024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37960" y="23774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DIRECTORY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537960" y="2651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South Directory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6537960" y="30632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tourists to Main Street businesses — and makes sure they show up in AI search, not just Google.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Media Ecosystem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one-off ads, we provide a continuous content stream: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031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011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Magazine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4592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Sponsored City Guide for Natchez — not a brochure, but coffee-table quality editorial.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1089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592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Muddy Radio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645920" y="3337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advertising and live sessions recorded in Natchez, streaming globally for year-round awareness.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931920"/>
            <a:ext cx="7680960" cy="82296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11480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4592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Photography Library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45920" y="4343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600+ high-end images of the corridor ready for your use. Professional, editorial quality.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Digitizing Main Street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657600" cy="22860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45920"/>
            <a:ext cx="3657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South Directory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platform that manages reviews, social media, and search presence for Natchez restaurants and shops.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645920"/>
            <a:ext cx="3657600" cy="22860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645920"/>
            <a:ext cx="3657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9202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0" y="2377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Search Optimization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2743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ChatGPT, Google AI, or Perplexity "where should I eat in Natchez," your businesses show up. This is the new SEO.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4114800"/>
            <a:ext cx="54864" cy="731520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17" name="Text 13"/>
          <p:cNvSpPr/>
          <p:nvPr/>
        </p:nvSpPr>
        <p:spPr>
          <a:xfrm>
            <a:off x="1051560" y="41605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Ecosystem Advantage: Directory businesses get featured in the Magazine, mentioned on Radio, and included in social campaigns. No other platform offers editorial coverage + AI tools in one package.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Negative-CAC: We Generate Our Own Audience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live show, podcast, or magazine feature is a marketing event for Natchez that costs the Tourism Office $0 to produce.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86000"/>
            <a:ext cx="146304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2296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A99A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42316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23160" y="2286000"/>
            <a:ext cx="1463040" cy="54864"/>
          </a:xfrm>
          <a:prstGeom prst="rect">
            <a:avLst/>
          </a:prstGeom>
          <a:solidFill>
            <a:srgbClr val="D4915F"/>
          </a:solidFill>
          <a:ln/>
        </p:spPr>
      </p:sp>
      <p:sp>
        <p:nvSpPr>
          <p:cNvPr id="13" name="Text 11"/>
          <p:cNvSpPr/>
          <p:nvPr/>
        </p:nvSpPr>
        <p:spPr>
          <a:xfrm>
            <a:off x="242316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91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51460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Episode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86200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A99A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11480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20624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Magazine Feature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577840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A99A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80644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06440" y="2286000"/>
            <a:ext cx="1463040" cy="54864"/>
          </a:xfrm>
          <a:prstGeom prst="rect">
            <a:avLst/>
          </a:prstGeom>
          <a:solidFill>
            <a:srgbClr val="C4713B"/>
          </a:solidFill>
          <a:ln/>
        </p:spPr>
      </p:sp>
      <p:sp>
        <p:nvSpPr>
          <p:cNvPr id="23" name="Text 21"/>
          <p:cNvSpPr/>
          <p:nvPr/>
        </p:nvSpPr>
        <p:spPr>
          <a:xfrm>
            <a:off x="580644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89788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Posts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69480" y="26517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A99A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7498080" y="2286000"/>
            <a:ext cx="1463040" cy="164592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0" y="2286000"/>
            <a:ext cx="146304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7589520" y="32004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Touches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31" name="Shape 29"/>
          <p:cNvSpPr/>
          <p:nvPr/>
        </p:nvSpPr>
        <p:spPr>
          <a:xfrm>
            <a:off x="731520" y="4297680"/>
            <a:ext cx="54864" cy="548640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2" name="Text 30"/>
          <p:cNvSpPr/>
          <p:nvPr/>
        </p:nvSpPr>
        <p:spPr>
          <a:xfrm>
            <a:off x="1051560" y="434340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don’t just spend your budget with us. We generate an audience you keep.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Partnership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508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Content Production — professional photography and video for city use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14400" y="19202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116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65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Placement — permanent Anchor status in Big Muddy Magazine and Radio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14400" y="23774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468880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24231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Accounts — for local SMBs to boost the city’s digital and AI search presence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914400" y="28346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92608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28803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Enrichment — onboard qualifying businesses into free AI business tools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914400" y="32918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8328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71600" y="3337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City Guide — "The Natchez Compass," coffee-table quality, print + digital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914400" y="37490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840480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371600" y="37947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Photography Library — 600+ corridor images licensed for city/tourism use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6350">
            <a:solidFill>
              <a:srgbClr val="2C2520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297680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371600" y="42519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Optimization — ensure Natchez businesses appear in ChatGPT, Google AI, Perplexity</a:t>
            </a:r>
            <a:endParaRPr lang="en-US" sz="1300" dirty="0"/>
          </a:p>
        </p:txBody>
      </p:sp>
      <p:sp>
        <p:nvSpPr>
          <p:cNvPr id="25" name="Shape 1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26" name="Text 17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 and investment determined together. Let’s talk about what Natchez needs.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84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B8A9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Let’s Build This Together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3657600" cy="18288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11680"/>
            <a:ext cx="3657600" cy="54864"/>
          </a:xfrm>
          <a:prstGeom prst="rect">
            <a:avLst/>
          </a:prstGeom>
          <a:solidFill>
            <a:srgbClr val="C4713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286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697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C471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PILOT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05840" y="3017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to live. City Guide, business listings, and Radio content stream all running within the first quarter.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2011680"/>
            <a:ext cx="3657600" cy="1828800"/>
          </a:xfrm>
          <a:prstGeom prst="rect">
            <a:avLst/>
          </a:prstGeom>
          <a:solidFill>
            <a:srgbClr val="2C252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2011680"/>
            <a:ext cx="3657600" cy="54864"/>
          </a:xfrm>
          <a:prstGeom prst="rect">
            <a:avLst/>
          </a:prstGeom>
          <a:solidFill>
            <a:srgbClr val="D4A849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2860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29200" y="2697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4A8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PROOF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029200" y="3017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impact report showing content reach, directory traffic, and AI search visibility within the first quarter.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0" y="4297680"/>
            <a:ext cx="9144000" cy="845820"/>
          </a:xfrm>
          <a:prstGeom prst="rect">
            <a:avLst/>
          </a:prstGeom>
          <a:solidFill>
            <a:srgbClr val="241F1A"/>
          </a:solidFill>
          <a:ln/>
        </p:spPr>
      </p:sp>
      <p:sp>
        <p:nvSpPr>
          <p:cNvPr id="16" name="Text 12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ED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Chase Pierson  ·  Hillbilly Dreams Inc.  ·  Natchez, Mississippi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3152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47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hillbillydreamsinc.com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Natchez: The Next-Gen Tourism Playbook</dc:title>
  <dc:subject>PptxGenJS Presentation</dc:subject>
  <dc:creator>Hillbilly Dreams Inc.</dc:creator>
  <cp:lastModifiedBy>Hillbilly Dreams Inc.</cp:lastModifiedBy>
  <cp:revision>1</cp:revision>
  <dcterms:created xsi:type="dcterms:W3CDTF">2026-03-28T02:21:31Z</dcterms:created>
  <dcterms:modified xsi:type="dcterms:W3CDTF">2026-03-28T02:21:31Z</dcterms:modified>
</cp:coreProperties>
</file>